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98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global de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climático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 ·  Analítica de datos, </a:t>
            </a:r>
            <a:r>
              <a:rPr lang="en-US" sz="1400" dirty="0" err="1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</a:t>
            </a: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804672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5   · 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Alfaro   ·   Juan M. Valencia   ·   Ziuvar Ruiz   ·   Juan Cardona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 del estudio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365760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análisis?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climático presenta patrones distintos en cada región del mundo. Sin datos estructurados y comparables, es difícil identificar qué países enfrentan mayor presión ambiental y cuáles avanzan hacia la transición energética.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……………………………………………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analiza 15 países entre 2000 y 2023 para extraer tendencias, identificar relaciones entre indicadores y construir un modelo predictivo basado en evidencia.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cubre temperatura, emisiones de CO₂, energía renovable, precipitaciones, nivel del mar, área forestal y eventos extremos.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83480" y="1005840"/>
            <a:ext cx="1874520" cy="169164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74920" y="11887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7492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analizados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95160" y="1005840"/>
            <a:ext cx="1874520" cy="169164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086600" y="11887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08660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cobertura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3480" y="2926080"/>
            <a:ext cx="1874520" cy="169164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74920" y="31089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074920" y="3931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2926080"/>
            <a:ext cx="1874520" cy="169164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086600" y="31089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086600" y="3931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climáticas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— flujo de trabajo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2011680" cy="3657600"/>
          </a:xfrm>
          <a:prstGeom prst="rect">
            <a:avLst/>
          </a:prstGeom>
          <a:solidFill>
            <a:srgbClr val="0A2E20"/>
          </a:solidFill>
          <a:ln w="12700">
            <a:solidFill>
              <a:srgbClr val="0A2E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609344" cy="0"/>
          </a:xfrm>
          <a:prstGeom prst="line">
            <a:avLst/>
          </a:prstGeom>
          <a:noFill/>
          <a:ln w="9525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79222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y limpieza del dataset original. Normalización de columnas, ajuste de tipos de datos y validación de calidad (valores nulos, duplicados, rangos).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59152" y="26060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96312" y="1005840"/>
            <a:ext cx="2011680" cy="36576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606040" y="10972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606040" y="2423160"/>
            <a:ext cx="1609344" cy="0"/>
          </a:xfrm>
          <a:prstGeom prst="line">
            <a:avLst/>
          </a:prstGeom>
          <a:noFill/>
          <a:ln w="9525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606040" y="2560320"/>
            <a:ext cx="179222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exploratorio: estadísticas descriptivas, comparaciones por país, tendencias anuales y correlaciones entre los indicadores climáticos.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26060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45152" y="1005840"/>
            <a:ext cx="2011680" cy="3657600"/>
          </a:xfrm>
          <a:prstGeom prst="rect">
            <a:avLst/>
          </a:prstGeom>
          <a:solidFill>
            <a:srgbClr val="0D6E4F"/>
          </a:solidFill>
          <a:ln w="12700">
            <a:solidFill>
              <a:srgbClr val="0D6E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54880" y="10972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BI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1609344" cy="0"/>
          </a:xfrm>
          <a:prstGeom prst="line">
            <a:avLst/>
          </a:prstGeom>
          <a:noFill/>
          <a:ln w="9525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754880" y="2560320"/>
            <a:ext cx="179222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estrella en Power BI. KPIs ejecutivos, 4 visualizaciones y filtros interactivos por país, continente y década.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56832" y="26060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93992" y="1005840"/>
            <a:ext cx="2011680" cy="3657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903720" y="10972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3720" y="178308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903720" y="2423160"/>
            <a:ext cx="1609344" cy="0"/>
          </a:xfrm>
          <a:prstGeom prst="line">
            <a:avLst/>
          </a:prstGeom>
          <a:noFill/>
          <a:ln w="9525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903720" y="2560320"/>
            <a:ext cx="179222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 supervisado para anticipar el comportamiento futuro de indicadores clave como temperatura y emisiones de CO₂.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 del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climáticos 2000–2023  ·  15 países  ·  Power BI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4206240" cy="1691640"/>
          </a:xfrm>
          <a:prstGeom prst="rect">
            <a:avLst/>
          </a:prstGeom>
          <a:solidFill>
            <a:srgbClr val="164D35"/>
          </a:solidFill>
          <a:ln w="952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12064" y="1280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+2,15 °C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47672" y="13075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en alza sostenida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98424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temperatura promedio supera en 2,15°C el valor base del año 2000, con una tendencia de +0,05°C por año confirmada por la línea de regresión.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82312" y="1143000"/>
            <a:ext cx="4206240" cy="1691640"/>
          </a:xfrm>
          <a:prstGeom prst="rect">
            <a:avLst/>
          </a:prstGeom>
          <a:solidFill>
            <a:srgbClr val="164D35"/>
          </a:solidFill>
          <a:ln w="952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46904" y="1280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26,75 %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82512" y="13075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renovable lejos de la meta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46904" y="198424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26,75% de la energía proviene de fuentes renovables, menos de la mitad de la meta AIE 2030 del 60%. China, Brasil y Francia lideran la transición.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3017520"/>
            <a:ext cx="4206240" cy="1691640"/>
          </a:xfrm>
          <a:prstGeom prst="rect">
            <a:avLst/>
          </a:prstGeom>
          <a:solidFill>
            <a:srgbClr val="164D35"/>
          </a:solidFill>
          <a:ln w="952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12064" y="31546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47672" y="31821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presión ambiental per cápita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38587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encabeza el ranking de emisiones de CO₂ por habitante, seguido de Indonesia y Francia, superando a economías emergentes como India o Brasil.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82312" y="3017520"/>
            <a:ext cx="4206240" cy="1691640"/>
          </a:xfrm>
          <a:prstGeom prst="rect">
            <a:avLst/>
          </a:prstGeom>
          <a:solidFill>
            <a:srgbClr val="164D35"/>
          </a:solidFill>
          <a:ln w="952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946904" y="31546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CO₂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82512" y="31821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sin reducción sostenida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46904" y="38587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pesar de compromisos internacionales, la tendencia de CO₂ entre 2000 y 2023 es ligeramente ascendente, sin evidencia de una reducción estructural en el período.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dataset académico  ·  15 países  ·  2000–2023  ·  Grupo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436</Words>
  <Application>Microsoft Office PowerPoint</Application>
  <PresentationFormat>Presentación en pantalla (16:9)</PresentationFormat>
  <Paragraphs>56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global de cambio climático 2000–2023</dc:title>
  <dc:subject>PptxGenJS Presentation</dc:subject>
  <dc:creator>PptxGenJS</dc:creator>
  <cp:lastModifiedBy>VANESSA ALEXANDRA ALFARO QUIROZ</cp:lastModifiedBy>
  <cp:revision>2</cp:revision>
  <dcterms:created xsi:type="dcterms:W3CDTF">2026-05-19T23:34:59Z</dcterms:created>
  <dcterms:modified xsi:type="dcterms:W3CDTF">2026-05-19T23:58:59Z</dcterms:modified>
</cp:coreProperties>
</file>